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Gelasio Semi Bold" pitchFamily="2" charset="77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7F1"/>
    <a:srgbClr val="F5F5F0"/>
    <a:srgbClr val="F9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29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0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hil kadam" userId="62f6cf9bdb353d50" providerId="LiveId" clId="{FE63ED5F-7A37-49C2-B00B-BBBEFC6454B5}"/>
    <pc:docChg chg="undo custSel addSld delSld modSld">
      <pc:chgData name="Sushil kadam" userId="62f6cf9bdb353d50" providerId="LiveId" clId="{FE63ED5F-7A37-49C2-B00B-BBBEFC6454B5}" dt="2026-03-25T09:18:41.279" v="582" actId="14100"/>
      <pc:docMkLst>
        <pc:docMk/>
      </pc:docMkLst>
      <pc:sldChg chg="modSp mod">
        <pc:chgData name="Sushil kadam" userId="62f6cf9bdb353d50" providerId="LiveId" clId="{FE63ED5F-7A37-49C2-B00B-BBBEFC6454B5}" dt="2026-03-25T08:43:21.346" v="451" actId="1076"/>
        <pc:sldMkLst>
          <pc:docMk/>
          <pc:sldMk cId="0" sldId="256"/>
        </pc:sldMkLst>
        <pc:spChg chg="mod">
          <ac:chgData name="Sushil kadam" userId="62f6cf9bdb353d50" providerId="LiveId" clId="{FE63ED5F-7A37-49C2-B00B-BBBEFC6454B5}" dt="2026-03-25T08:43:21.346" v="45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ushil kadam" userId="62f6cf9bdb353d50" providerId="LiveId" clId="{FE63ED5F-7A37-49C2-B00B-BBBEFC6454B5}" dt="2026-03-25T08:43:14.985" v="450" actId="1076"/>
          <ac:spMkLst>
            <pc:docMk/>
            <pc:sldMk cId="0" sldId="256"/>
            <ac:spMk id="3" creationId="{00000000-0000-0000-0000-000000000000}"/>
          </ac:spMkLst>
        </pc:spChg>
      </pc:sldChg>
      <pc:sldChg chg="addSp modSp mod">
        <pc:chgData name="Sushil kadam" userId="62f6cf9bdb353d50" providerId="LiveId" clId="{FE63ED5F-7A37-49C2-B00B-BBBEFC6454B5}" dt="2026-03-25T09:18:41.279" v="582" actId="14100"/>
        <pc:sldMkLst>
          <pc:docMk/>
          <pc:sldMk cId="0" sldId="257"/>
        </pc:sldMkLst>
        <pc:spChg chg="mod">
          <ac:chgData name="Sushil kadam" userId="62f6cf9bdb353d50" providerId="LiveId" clId="{FE63ED5F-7A37-49C2-B00B-BBBEFC6454B5}" dt="2026-03-25T09:18:26.952" v="578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Sushil kadam" userId="62f6cf9bdb353d50" providerId="LiveId" clId="{FE63ED5F-7A37-49C2-B00B-BBBEFC6454B5}" dt="2026-03-25T09:18:41.279" v="582" actId="14100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Sushil kadam" userId="62f6cf9bdb353d50" providerId="LiveId" clId="{FE63ED5F-7A37-49C2-B00B-BBBEFC6454B5}" dt="2026-03-25T08:34:12.305" v="18" actId="14100"/>
          <ac:spMkLst>
            <pc:docMk/>
            <pc:sldMk cId="0" sldId="257"/>
            <ac:spMk id="4" creationId="{65B20F7A-8D11-50E1-FB62-6D604C9DAA9E}"/>
          </ac:spMkLst>
        </pc:spChg>
        <pc:spChg chg="add">
          <ac:chgData name="Sushil kadam" userId="62f6cf9bdb353d50" providerId="LiveId" clId="{FE63ED5F-7A37-49C2-B00B-BBBEFC6454B5}" dt="2026-03-25T08:34:55.300" v="343"/>
          <ac:spMkLst>
            <pc:docMk/>
            <pc:sldMk cId="0" sldId="257"/>
            <ac:spMk id="5" creationId="{29B0DFAD-74A3-4E45-27E2-D2D285B0188A}"/>
          </ac:spMkLst>
        </pc:spChg>
        <pc:spChg chg="add mod">
          <ac:chgData name="Sushil kadam" userId="62f6cf9bdb353d50" providerId="LiveId" clId="{FE63ED5F-7A37-49C2-B00B-BBBEFC6454B5}" dt="2026-03-25T08:35:16.253" v="354" actId="1076"/>
          <ac:spMkLst>
            <pc:docMk/>
            <pc:sldMk cId="0" sldId="257"/>
            <ac:spMk id="7" creationId="{091F07EB-8E91-4B73-F92C-A9237C50849B}"/>
          </ac:spMkLst>
        </pc:spChg>
      </pc:sldChg>
      <pc:sldChg chg="addSp delSp modSp mod">
        <pc:chgData name="Sushil kadam" userId="62f6cf9bdb353d50" providerId="LiveId" clId="{FE63ED5F-7A37-49C2-B00B-BBBEFC6454B5}" dt="2026-03-25T08:42:37.916" v="446" actId="14100"/>
        <pc:sldMkLst>
          <pc:docMk/>
          <pc:sldMk cId="0" sldId="258"/>
        </pc:sldMkLst>
        <pc:spChg chg="del mod">
          <ac:chgData name="Sushil kadam" userId="62f6cf9bdb353d50" providerId="LiveId" clId="{FE63ED5F-7A37-49C2-B00B-BBBEFC6454B5}" dt="2026-03-25T08:41:56.620" v="439" actId="478"/>
          <ac:spMkLst>
            <pc:docMk/>
            <pc:sldMk cId="0" sldId="258"/>
            <ac:spMk id="2" creationId="{00000000-0000-0000-0000-000000000000}"/>
          </ac:spMkLst>
        </pc:spChg>
        <pc:picChg chg="del">
          <ac:chgData name="Sushil kadam" userId="62f6cf9bdb353d50" providerId="LiveId" clId="{FE63ED5F-7A37-49C2-B00B-BBBEFC6454B5}" dt="2026-03-25T08:38:15.822" v="371" actId="478"/>
          <ac:picMkLst>
            <pc:docMk/>
            <pc:sldMk cId="0" sldId="258"/>
            <ac:picMk id="3" creationId="{00000000-0000-0000-0000-000000000000}"/>
          </ac:picMkLst>
        </pc:picChg>
        <pc:picChg chg="add del mod">
          <ac:chgData name="Sushil kadam" userId="62f6cf9bdb353d50" providerId="LiveId" clId="{FE63ED5F-7A37-49C2-B00B-BBBEFC6454B5}" dt="2026-03-25T08:41:47.910" v="436" actId="478"/>
          <ac:picMkLst>
            <pc:docMk/>
            <pc:sldMk cId="0" sldId="258"/>
            <ac:picMk id="5" creationId="{9A35C438-E246-7479-1ABD-A8C824F2662C}"/>
          </ac:picMkLst>
        </pc:picChg>
        <pc:picChg chg="add mod">
          <ac:chgData name="Sushil kadam" userId="62f6cf9bdb353d50" providerId="LiveId" clId="{FE63ED5F-7A37-49C2-B00B-BBBEFC6454B5}" dt="2026-03-25T08:42:37.916" v="446" actId="14100"/>
          <ac:picMkLst>
            <pc:docMk/>
            <pc:sldMk cId="0" sldId="258"/>
            <ac:picMk id="7" creationId="{B14B3F4F-95B5-C46A-29CF-52EE0362543C}"/>
          </ac:picMkLst>
        </pc:picChg>
      </pc:sldChg>
      <pc:sldChg chg="addSp delSp modSp mod setBg">
        <pc:chgData name="Sushil kadam" userId="62f6cf9bdb353d50" providerId="LiveId" clId="{FE63ED5F-7A37-49C2-B00B-BBBEFC6454B5}" dt="2026-03-25T09:06:42.721" v="567" actId="14100"/>
        <pc:sldMkLst>
          <pc:docMk/>
          <pc:sldMk cId="0" sldId="259"/>
        </pc:sldMkLst>
        <pc:spChg chg="mod">
          <ac:chgData name="Sushil kadam" userId="62f6cf9bdb353d50" providerId="LiveId" clId="{FE63ED5F-7A37-49C2-B00B-BBBEFC6454B5}" dt="2026-03-25T08:40:18.172" v="425" actId="1076"/>
          <ac:spMkLst>
            <pc:docMk/>
            <pc:sldMk cId="0" sldId="259"/>
            <ac:spMk id="2" creationId="{00000000-0000-0000-0000-000000000000}"/>
          </ac:spMkLst>
        </pc:spChg>
        <pc:picChg chg="add del mod">
          <ac:chgData name="Sushil kadam" userId="62f6cf9bdb353d50" providerId="LiveId" clId="{FE63ED5F-7A37-49C2-B00B-BBBEFC6454B5}" dt="2026-03-25T08:39:20.059" v="378" actId="478"/>
          <ac:picMkLst>
            <pc:docMk/>
            <pc:sldMk cId="0" sldId="259"/>
            <ac:picMk id="4" creationId="{036FE971-9093-4DFF-590F-0424E07762F4}"/>
          </ac:picMkLst>
        </pc:picChg>
        <pc:picChg chg="add del mod">
          <ac:chgData name="Sushil kadam" userId="62f6cf9bdb353d50" providerId="LiveId" clId="{FE63ED5F-7A37-49C2-B00B-BBBEFC6454B5}" dt="2026-03-25T08:41:20.268" v="426" actId="478"/>
          <ac:picMkLst>
            <pc:docMk/>
            <pc:sldMk cId="0" sldId="259"/>
            <ac:picMk id="6" creationId="{16F1C0E3-A34C-6302-1F00-D0B7DB6ED602}"/>
          </ac:picMkLst>
        </pc:picChg>
        <pc:picChg chg="add mod">
          <ac:chgData name="Sushil kadam" userId="62f6cf9bdb353d50" providerId="LiveId" clId="{FE63ED5F-7A37-49C2-B00B-BBBEFC6454B5}" dt="2026-03-25T08:41:45.020" v="435" actId="1076"/>
          <ac:picMkLst>
            <pc:docMk/>
            <pc:sldMk cId="0" sldId="259"/>
            <ac:picMk id="7" creationId="{C28D36F2-56B9-8478-02CE-244353E91A5A}"/>
          </ac:picMkLst>
        </pc:picChg>
        <pc:picChg chg="add mod">
          <ac:chgData name="Sushil kadam" userId="62f6cf9bdb353d50" providerId="LiveId" clId="{FE63ED5F-7A37-49C2-B00B-BBBEFC6454B5}" dt="2026-03-25T09:06:42.721" v="567" actId="14100"/>
          <ac:picMkLst>
            <pc:docMk/>
            <pc:sldMk cId="0" sldId="259"/>
            <ac:picMk id="9" creationId="{854FDEA2-C04F-423A-1095-64038E77B983}"/>
          </ac:picMkLst>
        </pc:picChg>
      </pc:sldChg>
      <pc:sldChg chg="del">
        <pc:chgData name="Sushil kadam" userId="62f6cf9bdb353d50" providerId="LiveId" clId="{FE63ED5F-7A37-49C2-B00B-BBBEFC6454B5}" dt="2026-03-25T08:46:29.609" v="461" actId="47"/>
        <pc:sldMkLst>
          <pc:docMk/>
          <pc:sldMk cId="0" sldId="260"/>
        </pc:sldMkLst>
      </pc:sldChg>
      <pc:sldChg chg="addSp modSp new mod">
        <pc:chgData name="Sushil kadam" userId="62f6cf9bdb353d50" providerId="LiveId" clId="{FE63ED5F-7A37-49C2-B00B-BBBEFC6454B5}" dt="2026-03-25T09:02:22.679" v="476" actId="14100"/>
        <pc:sldMkLst>
          <pc:docMk/>
          <pc:sldMk cId="3610542879" sldId="260"/>
        </pc:sldMkLst>
        <pc:picChg chg="add mod">
          <ac:chgData name="Sushil kadam" userId="62f6cf9bdb353d50" providerId="LiveId" clId="{FE63ED5F-7A37-49C2-B00B-BBBEFC6454B5}" dt="2026-03-25T09:02:22.679" v="476" actId="14100"/>
          <ac:picMkLst>
            <pc:docMk/>
            <pc:sldMk cId="3610542879" sldId="260"/>
            <ac:picMk id="2" creationId="{8A9D694D-1318-A652-92E9-92E3007CA520}"/>
          </ac:picMkLst>
        </pc:picChg>
      </pc:sldChg>
      <pc:sldChg chg="del">
        <pc:chgData name="Sushil kadam" userId="62f6cf9bdb353d50" providerId="LiveId" clId="{FE63ED5F-7A37-49C2-B00B-BBBEFC6454B5}" dt="2026-03-25T08:46:21.983" v="460" actId="47"/>
        <pc:sldMkLst>
          <pc:docMk/>
          <pc:sldMk cId="0" sldId="261"/>
        </pc:sldMkLst>
      </pc:sldChg>
      <pc:sldChg chg="addSp modSp new del mod">
        <pc:chgData name="Sushil kadam" userId="62f6cf9bdb353d50" providerId="LiveId" clId="{FE63ED5F-7A37-49C2-B00B-BBBEFC6454B5}" dt="2026-03-25T09:02:14.100" v="475" actId="47"/>
        <pc:sldMkLst>
          <pc:docMk/>
          <pc:sldMk cId="478889916" sldId="261"/>
        </pc:sldMkLst>
        <pc:picChg chg="add mod">
          <ac:chgData name="Sushil kadam" userId="62f6cf9bdb353d50" providerId="LiveId" clId="{FE63ED5F-7A37-49C2-B00B-BBBEFC6454B5}" dt="2026-03-25T09:01:38.011" v="474" actId="14100"/>
          <ac:picMkLst>
            <pc:docMk/>
            <pc:sldMk cId="478889916" sldId="261"/>
            <ac:picMk id="2" creationId="{02DE303F-94BD-E952-0636-56B82C8FAE1A}"/>
          </ac:picMkLst>
        </pc:picChg>
      </pc:sldChg>
      <pc:sldChg chg="del">
        <pc:chgData name="Sushil kadam" userId="62f6cf9bdb353d50" providerId="LiveId" clId="{FE63ED5F-7A37-49C2-B00B-BBBEFC6454B5}" dt="2026-03-25T08:46:21.144" v="459" actId="47"/>
        <pc:sldMkLst>
          <pc:docMk/>
          <pc:sldMk cId="0" sldId="262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5T11:55:11.893"/>
    </inkml:context>
    <inkml:brush xml:id="br0">
      <inkml:brushProperty name="width" value="0.3" units="cm"/>
      <inkml:brushProperty name="height" value="0.6" units="cm"/>
      <inkml:brushProperty name="color" value="#F1F4E8"/>
      <inkml:brushProperty name="tip" value="rectangle"/>
      <inkml:brushProperty name="rasterOp" value="maskPen"/>
      <inkml:brushProperty name="ignorePressure" value="1"/>
    </inkml:brush>
  </inkml:definitions>
  <inkml:trace contextRef="#ctx0" brushRef="#br0">2708 492,'4'-3,"1"0,-1 0,1 0,-1 0,1 1,0 0,7-2,9-5,45-19,122-33,-114 39,410-101,-311 82,146-21,-15 4,-204 36,2 5,0 4,174 1,-242 14,-34-2,1 0,-1 0,0-1,1 1,-1 1,0-1,0 0,1 0,-1 0,0 0,1 0,-1 0,0 0,0 0,1 0,-1 0,0 1,0-1,0 0,1 0,-1 0,0 0,0 1,0-1,1 0,-1 0,0 1,0-1,0 0,0 0,0 1,1-1,-1 0,0 1,-7 8,-24 10,-52 25,-2-4,-109 36,-202 36,-4-30,-95-8,-2076 126,2244-197,105-15,216 12,-22-3,-47-12,70 14,-1 0,1-1,0 0,0 0,0-1,0 1,0-1,1 0,-1 0,1-1,0 1,0-1,0 0,-4-5,7 7,0-1,0 1,0 0,0 0,0-1,0 1,1-1,-1 1,1-1,-1 1,1-1,0 1,0-1,0 1,1-1,0-3,17-38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184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2877" y="2281625"/>
            <a:ext cx="13042821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00"/>
              </a:lnSpc>
              <a:buNone/>
            </a:pPr>
            <a:r>
              <a:rPr lang="en-US" sz="13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InsurAI</a:t>
            </a:r>
            <a:endParaRPr lang="en-US" sz="13350" dirty="0"/>
          </a:p>
        </p:txBody>
      </p:sp>
      <p:sp>
        <p:nvSpPr>
          <p:cNvPr id="3" name="Text 1"/>
          <p:cNvSpPr/>
          <p:nvPr/>
        </p:nvSpPr>
        <p:spPr>
          <a:xfrm>
            <a:off x="1074939" y="4287424"/>
            <a:ext cx="1195720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Corporate Policy Automation and Intelligence System</a:t>
            </a:r>
            <a:endParaRPr lang="en-US" sz="35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1B1BA5E-8DBC-9F29-AB42-37CE058BB9BA}"/>
                  </a:ext>
                </a:extLst>
              </p14:cNvPr>
              <p14:cNvContentPartPr/>
              <p14:nvPr/>
            </p14:nvContentPartPr>
            <p14:xfrm>
              <a:off x="12131428" y="7818000"/>
              <a:ext cx="1801440" cy="240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1B1BA5E-8DBC-9F29-AB42-37CE058BB9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77428" y="7710360"/>
                <a:ext cx="1909080" cy="45576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E6506B5E-3DC3-E76E-D607-A296FC668DE9}"/>
              </a:ext>
            </a:extLst>
          </p:cNvPr>
          <p:cNvSpPr/>
          <p:nvPr/>
        </p:nvSpPr>
        <p:spPr>
          <a:xfrm>
            <a:off x="12750999" y="7655169"/>
            <a:ext cx="1801440" cy="566976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9F6F0"/>
                </a:solidFill>
              </a:ln>
              <a:solidFill>
                <a:srgbClr val="F9F6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CD2C82-CE3A-9A23-4749-B2C53FBDDE57}"/>
              </a:ext>
            </a:extLst>
          </p:cNvPr>
          <p:cNvSpPr txBox="1"/>
          <p:nvPr/>
        </p:nvSpPr>
        <p:spPr>
          <a:xfrm>
            <a:off x="9353862" y="6183734"/>
            <a:ext cx="48093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PRESENTED BY: TEAM B</a:t>
            </a:r>
            <a:br>
              <a:rPr lang="en-US" sz="3600" b="1" dirty="0"/>
            </a:br>
            <a:r>
              <a:rPr lang="en-US" sz="3600" b="1" dirty="0"/>
              <a:t>1. NISHANT KUMAR</a:t>
            </a:r>
            <a:br>
              <a:rPr lang="en-US" sz="3600" b="1" dirty="0"/>
            </a:br>
            <a:r>
              <a:rPr lang="en-US" sz="3600" b="1" dirty="0"/>
              <a:t>2. SUSHIL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636" y="57632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Problem Statement – Current Challenges in Corporate Insurance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969635" y="2344109"/>
            <a:ext cx="13042821" cy="5309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Manual &amp; Time-Consuming Processes</a:t>
            </a:r>
            <a:br>
              <a:rPr lang="en-US" sz="2400" dirty="0"/>
            </a:br>
            <a:r>
              <a:rPr lang="en-US" sz="2400" dirty="0"/>
              <a:t>Policy management and claim handling are done manually, leading to delays and inefficiency.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Scattered Data &amp; Poor Management</a:t>
            </a:r>
            <a:br>
              <a:rPr lang="en-US" sz="2400" dirty="0"/>
            </a:br>
            <a:r>
              <a:rPr lang="en-US" sz="2400" dirty="0"/>
              <a:t>Insurance data is stored across different systems, making tracking and access difficult.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Missed Renewals &amp; Policy Tracking Issues</a:t>
            </a:r>
            <a:br>
              <a:rPr lang="en-US" sz="2400" dirty="0"/>
            </a:br>
            <a:r>
              <a:rPr lang="en-US" sz="2400" dirty="0"/>
              <a:t>Organizations struggle to track multiple policies, resulting in missed deadlines and financial loss.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Lack of Risk Analysis &amp; Fraud Detection</a:t>
            </a:r>
            <a:br>
              <a:rPr lang="en-US" sz="2400" dirty="0"/>
            </a:br>
            <a:r>
              <a:rPr lang="en-US" sz="2400" dirty="0"/>
              <a:t>Existing systems do not provide intelligent insights for risk assessment and fraud prevention.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Low Transparency &amp; Slow Decision-Making</a:t>
            </a:r>
            <a:br>
              <a:rPr lang="en-US" sz="2400" dirty="0"/>
            </a:br>
            <a:r>
              <a:rPr lang="en-US" sz="2400" dirty="0"/>
              <a:t>Employees have limited visibility into claim status, and decisions are often delayed.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940D5A-F12F-EC73-750B-60DFBC278438}"/>
              </a:ext>
            </a:extLst>
          </p:cNvPr>
          <p:cNvSpPr/>
          <p:nvPr/>
        </p:nvSpPr>
        <p:spPr>
          <a:xfrm>
            <a:off x="12860214" y="7534511"/>
            <a:ext cx="1770185" cy="566977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55CE85-3B96-C040-7D22-2E40C85EBE17}"/>
              </a:ext>
            </a:extLst>
          </p:cNvPr>
          <p:cNvSpPr/>
          <p:nvPr/>
        </p:nvSpPr>
        <p:spPr>
          <a:xfrm>
            <a:off x="12860214" y="7534511"/>
            <a:ext cx="1770185" cy="566977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14B3F4F-95B5-C46A-29CF-52EE03625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399" cy="84757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FB5A0F-7C1F-C924-5FB0-069F290AC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954" y="1652954"/>
            <a:ext cx="6553200" cy="145366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16F6F8E-2E1B-EF0F-687F-0AC9F0C6FDC5}"/>
              </a:ext>
            </a:extLst>
          </p:cNvPr>
          <p:cNvSpPr/>
          <p:nvPr/>
        </p:nvSpPr>
        <p:spPr>
          <a:xfrm>
            <a:off x="13258800" y="8101488"/>
            <a:ext cx="1371599" cy="374297"/>
          </a:xfrm>
          <a:prstGeom prst="rect">
            <a:avLst/>
          </a:prstGeom>
          <a:solidFill>
            <a:srgbClr val="F6F7F1"/>
          </a:solidFill>
          <a:ln>
            <a:solidFill>
              <a:srgbClr val="F6F7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0">
            <a:alpha val="58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97574" y="559951"/>
            <a:ext cx="580630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      Use Case Diagram</a:t>
            </a:r>
            <a:endParaRPr lang="en-US" sz="3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4FDEA2-C04F-423A-1095-64038E77B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4630400" cy="82296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FB4E919-8F13-0891-478A-FCA51887BDBF}"/>
              </a:ext>
            </a:extLst>
          </p:cNvPr>
          <p:cNvSpPr/>
          <p:nvPr/>
        </p:nvSpPr>
        <p:spPr>
          <a:xfrm>
            <a:off x="12860214" y="7534511"/>
            <a:ext cx="1770185" cy="566977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A9D694D-1318-A652-92E9-92E3007CA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4630400" cy="85138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F5F93F2-C8B1-5E6F-C697-B589035EF0C0}"/>
              </a:ext>
            </a:extLst>
          </p:cNvPr>
          <p:cNvSpPr/>
          <p:nvPr/>
        </p:nvSpPr>
        <p:spPr>
          <a:xfrm>
            <a:off x="13211908" y="8135815"/>
            <a:ext cx="1301261" cy="377989"/>
          </a:xfrm>
          <a:prstGeom prst="rect">
            <a:avLst/>
          </a:prstGeom>
          <a:solidFill>
            <a:srgbClr val="F5F5F0"/>
          </a:solidFill>
          <a:ln>
            <a:solidFill>
              <a:srgbClr val="F6F7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42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C0FD93-7DC4-EB76-421B-C61C45F5C923}"/>
              </a:ext>
            </a:extLst>
          </p:cNvPr>
          <p:cNvSpPr txBox="1"/>
          <p:nvPr/>
        </p:nvSpPr>
        <p:spPr>
          <a:xfrm>
            <a:off x="4161035" y="2908093"/>
            <a:ext cx="630833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/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CC908E-3AFD-1DE0-5C03-782DBB9C0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1900" y="7574301"/>
            <a:ext cx="32385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27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1416</TotalTime>
  <Words>143</Words>
  <Application>Microsoft Macintosh PowerPoint</Application>
  <PresentationFormat>Custom</PresentationFormat>
  <Paragraphs>19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Gelasio Semi Bold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Mr. Nishant!!</cp:lastModifiedBy>
  <cp:revision>12</cp:revision>
  <dcterms:created xsi:type="dcterms:W3CDTF">2026-02-25T11:52:12Z</dcterms:created>
  <dcterms:modified xsi:type="dcterms:W3CDTF">2026-04-18T15:46:30Z</dcterms:modified>
</cp:coreProperties>
</file>